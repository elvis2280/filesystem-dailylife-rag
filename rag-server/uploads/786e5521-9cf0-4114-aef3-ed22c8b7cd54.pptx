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eJNuyWdumrWzM3JM06l/sSP9u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26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30566E-B30D-FE89-0183-C5F13FDB3F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6102" y="0"/>
            <a:ext cx="5840568" cy="5136777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  <a:reflection stA="0" endPos="65000" dist="50800" dir="5400000" sy="-100000" algn="bl" rotWithShape="0"/>
          </a:effectLst>
        </p:spPr>
      </p:pic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1 Channel EMS</a:t>
            </a:r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2026, March 10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Device Overview</a:t>
            </a:r>
            <a:endParaRPr/>
          </a:p>
        </p:txBody>
      </p:sp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t="27959"/>
          <a:stretch/>
        </p:blipFill>
        <p:spPr>
          <a:xfrm>
            <a:off x="3868950" y="170475"/>
            <a:ext cx="5018800" cy="49730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208650" y="1144470"/>
            <a:ext cx="36603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Handheld device (Electrodes attached to device by stereo jack)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Electrodes connected to 2 thigh belts by 4mm buttons. 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plugin. Connect to wall socket for power (Power plug attached by USB-C)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272550" y="2202450"/>
            <a:ext cx="315300" cy="3693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5198975" y="2693075"/>
            <a:ext cx="315300" cy="3693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6309600" y="3402075"/>
            <a:ext cx="315300" cy="3693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659" y="0"/>
            <a:ext cx="451852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5356800" y="3890"/>
            <a:ext cx="3787199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Channel EMS Device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5356800" y="1000800"/>
            <a:ext cx="3132000" cy="5232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cased in a 2mm thick silicon cover.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/>
        </p:nvSpPr>
        <p:spPr>
          <a:xfrm>
            <a:off x="7057016" y="3890"/>
            <a:ext cx="2086983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 List 1/2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7955"/>
            <a:ext cx="8166006" cy="437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/>
        </p:nvSpPr>
        <p:spPr>
          <a:xfrm>
            <a:off x="7057016" y="3890"/>
            <a:ext cx="2086983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Parts List 2/2</a:t>
            </a:r>
            <a:endParaRPr/>
          </a:p>
        </p:txBody>
      </p:sp>
      <p:pic>
        <p:nvPicPr>
          <p:cNvPr id="84" name="Google Shape;8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7955"/>
            <a:ext cx="8433922" cy="437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/>
        </p:nvSpPr>
        <p:spPr>
          <a:xfrm>
            <a:off x="6919199" y="3890"/>
            <a:ext cx="2224799" cy="83099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PCB Measurements</a:t>
            </a:r>
            <a:endParaRPr/>
          </a:p>
        </p:txBody>
      </p:sp>
      <p:pic>
        <p:nvPicPr>
          <p:cNvPr id="90" name="Google Shape;9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319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/>
        </p:nvSpPr>
        <p:spPr>
          <a:xfrm>
            <a:off x="4977071" y="3890"/>
            <a:ext cx="4166927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Plastic Case Measurements</a:t>
            </a:r>
            <a:endParaRPr/>
          </a:p>
        </p:txBody>
      </p:sp>
      <p:pic>
        <p:nvPicPr>
          <p:cNvPr id="96" name="Google Shape;9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328" y="546600"/>
            <a:ext cx="4166926" cy="45968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5356800" y="1000800"/>
            <a:ext cx="3132000" cy="7386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was based on the sample 3D prototype. Need to confirm the production version.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/>
        </p:nvSpPr>
        <p:spPr>
          <a:xfrm>
            <a:off x="4977071" y="3890"/>
            <a:ext cx="4166927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Plastic Case Measurements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7236000" y="777600"/>
            <a:ext cx="1468800" cy="13849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was based on the sample 3D prototype. Need to confirm the production version. </a:t>
            </a:r>
            <a:endParaRPr/>
          </a:p>
        </p:txBody>
      </p:sp>
      <p:pic>
        <p:nvPicPr>
          <p:cNvPr id="104" name="Google Shape;10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5550"/>
            <a:ext cx="6654854" cy="452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/>
        </p:nvSpPr>
        <p:spPr>
          <a:xfrm>
            <a:off x="4980709" y="3890"/>
            <a:ext cx="4163290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Silicon Cover Measurements</a:t>
            </a:r>
            <a:endParaRPr/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738" y="465554"/>
            <a:ext cx="4362369" cy="4677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7597" y="1806678"/>
            <a:ext cx="2960506" cy="201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9"/>
          <p:cNvSpPr txBox="1"/>
          <p:nvPr/>
        </p:nvSpPr>
        <p:spPr>
          <a:xfrm>
            <a:off x="5457597" y="730045"/>
            <a:ext cx="3037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Corrections pending…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Button Functionality and</a:t>
            </a:r>
            <a:br>
              <a:rPr lang="en-GB"/>
            </a:br>
            <a:r>
              <a:rPr lang="en-GB"/>
              <a:t>LED Signalling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0682" y="341549"/>
            <a:ext cx="1257300" cy="387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1"/>
          <p:cNvCxnSpPr/>
          <p:nvPr/>
        </p:nvCxnSpPr>
        <p:spPr>
          <a:xfrm rot="10800000" flipH="1">
            <a:off x="2635475" y="786550"/>
            <a:ext cx="1891000" cy="106335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4" name="Google Shape;124;p11"/>
          <p:cNvCxnSpPr/>
          <p:nvPr/>
        </p:nvCxnSpPr>
        <p:spPr>
          <a:xfrm rot="10800000" flipH="1">
            <a:off x="2635475" y="1401625"/>
            <a:ext cx="1842900" cy="104446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Google Shape;125;p11"/>
          <p:cNvCxnSpPr/>
          <p:nvPr/>
        </p:nvCxnSpPr>
        <p:spPr>
          <a:xfrm rot="10800000" flipH="1">
            <a:off x="2635475" y="1800775"/>
            <a:ext cx="1842900" cy="3855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11"/>
          <p:cNvCxnSpPr/>
          <p:nvPr/>
        </p:nvCxnSpPr>
        <p:spPr>
          <a:xfrm>
            <a:off x="2213150" y="1800775"/>
            <a:ext cx="2213400" cy="1179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11"/>
          <p:cNvSpPr txBox="1"/>
          <p:nvPr/>
        </p:nvSpPr>
        <p:spPr>
          <a:xfrm>
            <a:off x="4526475" y="586450"/>
            <a:ext cx="43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Button：Power can be turned on and off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4526475" y="1201525"/>
            <a:ext cx="43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＋ Button：You can increase the power 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4526475" y="1639225"/>
            <a:ext cx="43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－ Button：You can decrease the power 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4526475" y="2786375"/>
            <a:ext cx="4518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Five Mini LEDs：These LEDs light up based on the power level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11"/>
          <p:cNvCxnSpPr/>
          <p:nvPr/>
        </p:nvCxnSpPr>
        <p:spPr>
          <a:xfrm rot="10800000" flipH="1">
            <a:off x="2742816" y="3632025"/>
            <a:ext cx="1683484" cy="17060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11"/>
          <p:cNvSpPr txBox="1"/>
          <p:nvPr/>
        </p:nvSpPr>
        <p:spPr>
          <a:xfrm>
            <a:off x="4526475" y="3427325"/>
            <a:ext cx="43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USB-C power cable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1"/>
          <p:cNvCxnSpPr/>
          <p:nvPr/>
        </p:nvCxnSpPr>
        <p:spPr>
          <a:xfrm>
            <a:off x="2367399" y="3888565"/>
            <a:ext cx="2236376" cy="41426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626675" y="4099175"/>
            <a:ext cx="43185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7474526" y="3890"/>
            <a:ext cx="1669473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6469" y="208899"/>
            <a:ext cx="1545371" cy="47648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2"/>
          <p:cNvCxnSpPr/>
          <p:nvPr/>
        </p:nvCxnSpPr>
        <p:spPr>
          <a:xfrm rot="10800000" flipH="1">
            <a:off x="2743200" y="640776"/>
            <a:ext cx="1801394" cy="3793961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12"/>
          <p:cNvCxnSpPr/>
          <p:nvPr/>
        </p:nvCxnSpPr>
        <p:spPr>
          <a:xfrm rot="10800000" flipH="1">
            <a:off x="2400300" y="880489"/>
            <a:ext cx="2144294" cy="36222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2"/>
          <p:cNvSpPr txBox="1"/>
          <p:nvPr/>
        </p:nvSpPr>
        <p:spPr>
          <a:xfrm>
            <a:off x="4526675" y="370900"/>
            <a:ext cx="43185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Plug in USB-C. All LEDs off.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12"/>
          <p:cNvCxnSpPr/>
          <p:nvPr/>
        </p:nvCxnSpPr>
        <p:spPr>
          <a:xfrm>
            <a:off x="2520540" y="1672953"/>
            <a:ext cx="2078868" cy="499107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2"/>
          <p:cNvSpPr txBox="1"/>
          <p:nvPr/>
        </p:nvSpPr>
        <p:spPr>
          <a:xfrm>
            <a:off x="4532165" y="1314450"/>
            <a:ext cx="4290149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Press the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Exercise mode starts on power level 1. Bottom LED blinks slow.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5: Press the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 second time = Power level goes to level 2. Bottom LED blinks faster.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6: Press the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 third time = Power level goes to level 3. Bottom LED blinks fastest.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7: Press the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 fourth time = Power level goes to level 4. Bottom LED light turns solid.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8: Press the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＋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 fifth time = Power level goes to level 5. Bottom LED light is solid. 2</a:t>
            </a:r>
            <a:r>
              <a:rPr lang="en-GB" sz="14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 bottom LED blinks slowest.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9: Continue this pattern to max power 20.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4526675" y="640776"/>
            <a:ext cx="431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 Plug in electrode jack. All LEDs off.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4526675" y="884947"/>
            <a:ext cx="4318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 Press (0.5 sec) power button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⏻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Device powers on and mode starts. </a:t>
            </a:r>
            <a:endParaRPr/>
          </a:p>
        </p:txBody>
      </p:sp>
      <p:sp>
        <p:nvSpPr>
          <p:cNvPr id="148" name="Google Shape;148;p12"/>
          <p:cNvSpPr txBox="1"/>
          <p:nvPr/>
        </p:nvSpPr>
        <p:spPr>
          <a:xfrm rot="-5400000">
            <a:off x="-1868515" y="2330859"/>
            <a:ext cx="4198704" cy="461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and LED Functionality</a:t>
            </a:r>
            <a:endParaRPr/>
          </a:p>
        </p:txBody>
      </p:sp>
      <p:cxnSp>
        <p:nvCxnSpPr>
          <p:cNvPr id="149" name="Google Shape;149;p12"/>
          <p:cNvCxnSpPr>
            <a:stCxn id="147" idx="1"/>
          </p:cNvCxnSpPr>
          <p:nvPr/>
        </p:nvCxnSpPr>
        <p:spPr>
          <a:xfrm rot="10800000">
            <a:off x="2520575" y="880408"/>
            <a:ext cx="2006100" cy="312300"/>
          </a:xfrm>
          <a:prstGeom prst="straightConnector1">
            <a:avLst/>
          </a:prstGeom>
          <a:noFill/>
          <a:ln w="9525" cap="flat" cmpd="sng">
            <a:solidFill>
              <a:srgbClr val="FDA7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4555026" y="-9476"/>
            <a:ext cx="3525716" cy="253916"/>
          </a:xfrm>
          <a:prstGeom prst="rect">
            <a:avLst/>
          </a:prstGeom>
          <a:solidFill>
            <a:srgbClr val="FFDD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Turning on device, starting mode, and increasing power</a:t>
            </a:r>
            <a:endParaRPr/>
          </a:p>
        </p:txBody>
      </p:sp>
      <p:cxnSp>
        <p:nvCxnSpPr>
          <p:cNvPr id="151" name="Google Shape;151;p12"/>
          <p:cNvCxnSpPr>
            <a:endCxn id="152" idx="1"/>
          </p:cNvCxnSpPr>
          <p:nvPr/>
        </p:nvCxnSpPr>
        <p:spPr>
          <a:xfrm>
            <a:off x="2525975" y="2076353"/>
            <a:ext cx="2000700" cy="20814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12"/>
          <p:cNvSpPr txBox="1"/>
          <p:nvPr/>
        </p:nvSpPr>
        <p:spPr>
          <a:xfrm>
            <a:off x="4526675" y="3880769"/>
            <a:ext cx="4318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10: Press the - button = Decrease power </a:t>
            </a: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Follow the reverse pattern of steps 4 to 8.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2"/>
          <p:cNvCxnSpPr>
            <a:stCxn id="154" idx="1"/>
          </p:cNvCxnSpPr>
          <p:nvPr/>
        </p:nvCxnSpPr>
        <p:spPr>
          <a:xfrm rot="10800000">
            <a:off x="2520575" y="876450"/>
            <a:ext cx="2006100" cy="3798000"/>
          </a:xfrm>
          <a:prstGeom prst="straightConnector1">
            <a:avLst/>
          </a:prstGeom>
          <a:noFill/>
          <a:ln w="9525" cap="flat" cmpd="sng">
            <a:solidFill>
              <a:srgbClr val="FDA7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12"/>
          <p:cNvSpPr txBox="1"/>
          <p:nvPr/>
        </p:nvSpPr>
        <p:spPr>
          <a:xfrm>
            <a:off x="4526675" y="4289744"/>
            <a:ext cx="43185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11: Press (0.5 sec) power button 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⏻ </a:t>
            </a: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Mode stops and device powers off. </a:t>
            </a:r>
            <a:r>
              <a:rPr lang="en-GB" sz="1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LEDs blink from top LED downward.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</Words>
  <Application>Microsoft Office PowerPoint</Application>
  <PresentationFormat>On-screen Show (16:9)</PresentationFormat>
  <Paragraphs>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1 Channel EMS</vt:lpstr>
      <vt:lpstr>Device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Button Functionality and LED Signalling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Francis</dc:creator>
  <cp:lastModifiedBy>Shimonaka Francis</cp:lastModifiedBy>
  <cp:revision>2</cp:revision>
  <dcterms:modified xsi:type="dcterms:W3CDTF">2026-03-10T05:54:21Z</dcterms:modified>
</cp:coreProperties>
</file>